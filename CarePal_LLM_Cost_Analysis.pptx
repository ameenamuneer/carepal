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5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586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CarePal Live Voice + Vision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Analysis &amp; Vendor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FD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native audio  •  per-turn context re-billing  •  5-min conversation model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Assumptions &amp; Token Budget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52728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every cost figure that follows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fixed context  (re-billed every turn @ $0.50/M)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— static (6.4k chars)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(vitals, meds, history)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~400–800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schemas (5.9k chars)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fixed context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/ flow assumptions</a:t>
            </a:r>
            <a:endParaRPr lang="en-US" sz="12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 (1 turn / 15 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speech /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s  =  125 tok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speech /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 s  =  200 tok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fps  =  22 frames/turn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/ 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 image  /  70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~128k (sliding cap)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estimated from live_consumer.py system prompt (chars ÷ 4). Audio metered ~25 tok/s; frame tokenization (560 vs 70) is the key unknown.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CarePal Cost per 5-min Conversation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52728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native audio  •  ~20 turns  •  1.5 fps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194560"/>
                <a:gridCol w="2194560"/>
                <a:gridCol w="219456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(560 / frame)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 / frame)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disabled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(audio-only)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/ image tokens (re-billed)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in + out (incl. re-billing)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+ tools (×20 turns)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output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5-min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~$1.1–1.5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~$0.40–0.50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~$0.20–0.28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minute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~$0.22–0.30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~$0.08–0.10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~$0.04–0.06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context re-billing makes cost scale with turn count; sliding window caps the image-basis case after ~turn 10. Vision = 60–80% of the bill.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Voice APIs — Model Vendors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52728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speech-to-speech with in-stream vision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868680"/>
                <a:gridCol w="1234440"/>
                <a:gridCol w="1234440"/>
                <a:gridCol w="3154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$/M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 / 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 native audio  (current)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 / $12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~$0.08–0.30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voice; no caching; per-turn re-bill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 Live — half-cascade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 / $2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~$0.02–0.03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~$0.05–0.20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~6× cheaper output (TTS voice)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2.0 Flash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 / $0.40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Shut down Jun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gpt-realtime-2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 / $64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~$0.06–0.11*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*cached; image in $5/M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gpt-realtime-2-mini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 / $20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~$0.02–0.05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~$0.05–0.12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~⅓ of flagship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Nova 2 Sonic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 / $12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Cheapest; vision needs separate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$/min assumes prompt caching active (cached audio ~$0.30–0.40/M); Gemini native audio has no caching, so its $/min is un-discounted. ±2× real-world.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3rd-Party Voice Agent Platforms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52728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agents &amp; bring-your-own-model orchestrators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1828800"/>
                <a:gridCol w="109728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~$/min all-in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ElevenLabs Conversational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$0.08–0.20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Best-in-class voice; telephony billed separately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Deepgram Voice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STT + 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STT; voice quality improving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(BYO stack)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$0.14–0.33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popular orchestrator; $0.05/min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Retell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(BYO stack)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$0.07–0.31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Phone-agent focus; $0.055/min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LiveKit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(pass-through)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 fee +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orchestration; scales to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Hume EVI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Emotion-aware 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~$0.07–0.10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Empathic / emotional 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Orchestrators (Vapi / Retell / LiveKit) add vision by routing camera frames to a multimodal LLM (Gemini / GPT-4o) — vision cost = that model's rate on top of the per-minute fee.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Ringlyn, Famulor &amp; Softcery voice-agent pricing surveys, ElevenLabs / Deepgram / Vapi / Retell / LiveKit pricing pages (2026).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Non-Voice LLM Calls — Daily Assumptions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52728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 / day  •  optimized workflows  •  Gemini 2.5 Flash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737360"/>
                <a:gridCol w="1554480"/>
                <a:gridCol w="15544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med log (async)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meal log (async)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health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cron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dashboard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cached, on data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/ doctor chat  (occasional)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patient /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"Optimized" = monitors dedupe same-day logs; dashboard insight cached &amp; regenerated on new data, not per view. Pan-orchestrator call excluded (voice session).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Non-Voice LLM Cost per Patient / 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52728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 •  $0.30/M input  •  $2.50/M output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patient / day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5544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health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dashboard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/ doctor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scaling</a:t>
            </a:r>
            <a:endParaRPr lang="en-US" sz="1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397764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EAF3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20840" y="41148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
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5-min image-basis voice call (~$1.1–1.5)  ≈  110–150 patient-days of ALL non-voice LLM usage.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(50% off, ≤24h SLA) applies mainly to daily insights; realistic saving ~10–15%. Chat scales with usage — context caching (not batching) is its lever.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API — Convertible Workflows &amp; Savings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52728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 requires a ≤24 h SLA  •  'async in Celery' ≠ Batch API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  <a:gridCol w="210312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today?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eligible?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health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(cron)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offline; 24 h delay irrelevant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 logging tolerates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live clarification questions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dashboard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precomputed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wants a fresh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/ doctor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— must be 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batch everything eligible (chat stays full price)</a:t>
            </a:r>
            <a:endParaRPr lang="en-US" sz="12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6309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patient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patients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standard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batching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5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~$84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040880" y="4480560"/>
            <a:ext cx="4663440" cy="1682496"/>
          </a:xfrm>
          <a:prstGeom prst="roundRect">
            <a:avLst>
              <a:gd name="adj" fmla="val 4348"/>
            </a:avLst>
          </a:prstGeom>
          <a:solidFill>
            <a:srgbClr val="EAF3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269480" y="4590288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
</a:t>
            </a:r>
            <a:endParaRPr lang="en-US" sz="12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daily insights cleanly qualifies without UX impact — expect ~10–15% real savings. Chat's lever is context caching, not batching.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trades latency for 50% off. Monitors are async but not batched — batching them sacrifices same-session clarification. Chat can never batch.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2026-07-21T11:20:03Z</dcterms:created>
  <dcterms:modified xsi:type="dcterms:W3CDTF">2026-07-21T11:20:03Z</dcterms:modified>
</cp:coreProperties>
</file>